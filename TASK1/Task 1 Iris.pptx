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B8210-4517-4C34-BE31-A61B26CB596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0A979-0912-4537-A054-8EDFF598A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2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0A979-0912-4537-A054-8EDFF598A5B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2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8B2E-198F-D2D7-A7FA-D2D84380A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9EB89-A94D-A4E1-D65D-DAD625BA2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EF38A-B4DE-E04E-4330-1C83E4BA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FF1C3-601B-EC3C-D05E-D6002C55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E9542-073C-D2C4-CA76-37E9F3AF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49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CFAB-A4F0-1303-B107-4C171CDE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ACEB-CB92-1494-DE80-2FAB0C258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4B30E-F116-46AF-73DE-D7B505E6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30896-A9B2-BF62-1DB1-DF2E9CED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70252-462E-474D-FE2E-9A6B2625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22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1682C-C1B5-6209-32B7-4EF5044B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8842D-89D6-7BAD-3BAE-B45B0809D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54BF2-1BDA-E4F7-BC94-4110EB42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403E-326E-F871-4954-DC4E98F1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51EF9-A609-491B-FDE0-944A1BF8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38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715E-3676-79D0-E5D2-8D721615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C6823-7983-9AD3-A3AE-177BB64FD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30105-C349-6278-9192-546FD8871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B6ECE-1D66-5677-121F-1B77386A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BC4A7-CE25-A651-D6B0-ABCB2539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F3806-1E02-E137-DFEA-E5ACFD35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49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8C33-0EAD-242C-F759-981B8780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B5909-BD7D-2A37-55B1-590E225A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049F7-738D-E79C-0B07-1A9B874F7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749F1-E02D-5436-B7A6-76462C1C2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A9DFF-CCA3-ADDE-7E33-ED34C4E41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D94D3-08D7-859B-16C6-00FDD8A1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35D24-763A-8C99-4417-BED404D7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452732-D172-EDE8-6142-3F88224A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0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D310-7BAC-5050-E801-534486DD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C9BE7-A77D-1FAC-9B9F-74136E25E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EB409-64B4-10E3-22A8-EDF1790E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378FC-56C1-87DA-E36A-18FE0F91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272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CDD6A-BA09-DBD8-6523-9CD2B239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D46F4-A3F1-EE7E-A5B9-A4E7B746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B2302-831C-6175-1F37-7ED33CBF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89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804F-41A8-1DB3-1B16-E9FB2A6A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14F84-2C4C-01A3-CFF9-925DA3A3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BB22E-EF21-D60C-24E0-39408CFC3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41230-1DA8-75FC-AAB8-D47FFC28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59CE3-C7A2-AB48-692C-75EDA7A6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622A6-4363-6498-F31B-445A46D7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258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9E9D-3965-47A8-2007-F15731E9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E7DD85-A501-3264-33A0-92F3923DD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386F7-6864-EBDA-95AF-D1FF88422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1C450-D433-F524-6518-DDBFA3F9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48A5E-F869-BC56-C40B-B5646209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CD69B-E968-3B42-427B-80D97A67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4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E72A-4808-911E-C3D1-EDDEF263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C5CAF-5A66-87C7-9D8B-C3AA11BB3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4B935-4E3D-1D5E-7B28-2BE7940C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299B7-AB4B-B2E9-B179-0C7DC34F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19E71-87F2-CAC0-14B1-723E4B0F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12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13492-82B7-8948-9FBB-F28FB28C3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77608-B388-28BA-4C1C-E6C94CB90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B5E61-EE35-81A6-30A0-9BFBEA15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87870-D5F7-3CF7-35C6-2956C4C6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99FB-2810-C61E-CC91-8406ECD9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9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728AE-C049-0E8F-4DCA-8C13F5857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E8B65-4131-259C-0D77-B89AE4E67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D10A-F3FF-00F8-37E1-CD36E049C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1A670-B912-43EA-B90F-2A6FBE29C8F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A9F9-96E2-E071-C022-325413FF0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F3B99-EC7D-D8ED-0E33-6F0353DFA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A382F-40E0-46FF-B3C2-F600005B3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65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AA23-F4BF-AC6A-E1BC-B585A2D12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5" y="1214438"/>
            <a:ext cx="9684055" cy="2582058"/>
          </a:xfrm>
        </p:spPr>
        <p:txBody>
          <a:bodyPr>
            <a:normAutofit/>
          </a:bodyPr>
          <a:lstStyle/>
          <a:p>
            <a:r>
              <a:rPr lang="en-US" sz="2000" dirty="0"/>
              <a:t>Task 1:-Iris Flower Classification</a:t>
            </a:r>
            <a:br>
              <a:rPr lang="en-US" sz="2000" dirty="0"/>
            </a:br>
            <a:r>
              <a:rPr lang="en-US" sz="2000" dirty="0"/>
              <a:t>Name:-Bushra Akram Salmani</a:t>
            </a:r>
            <a:br>
              <a:rPr lang="en-US" sz="2000" dirty="0"/>
            </a:br>
            <a:r>
              <a:rPr lang="en-US" sz="2000" dirty="0"/>
              <a:t>Oasis </a:t>
            </a:r>
            <a:r>
              <a:rPr lang="en-US" sz="2000" dirty="0" err="1"/>
              <a:t>Infobyte</a:t>
            </a:r>
            <a:r>
              <a:rPr lang="en-US" sz="2000" dirty="0"/>
              <a:t> </a:t>
            </a:r>
            <a:r>
              <a:rPr lang="en-US" sz="2000" dirty="0" err="1"/>
              <a:t>intership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1960A-2E38-0710-B0EE-4B34BDBF35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854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5CA6FA-B806-3661-A7D9-840260A86CD9}"/>
              </a:ext>
            </a:extLst>
          </p:cNvPr>
          <p:cNvSpPr txBox="1"/>
          <p:nvPr/>
        </p:nvSpPr>
        <p:spPr>
          <a:xfrm>
            <a:off x="331615" y="289679"/>
            <a:ext cx="88239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Iris dataset = 150 flower samples</a:t>
            </a:r>
          </a:p>
          <a:p>
            <a:r>
              <a:rPr lang="en-IN" dirty="0"/>
              <a:t>3 species:</a:t>
            </a:r>
          </a:p>
          <a:p>
            <a:r>
              <a:rPr lang="en-IN" dirty="0"/>
              <a:t> - </a:t>
            </a:r>
            <a:r>
              <a:rPr lang="en-IN" dirty="0" err="1"/>
              <a:t>Setosa</a:t>
            </a:r>
            <a:endParaRPr lang="en-IN" dirty="0"/>
          </a:p>
          <a:p>
            <a:r>
              <a:rPr lang="en-IN" dirty="0"/>
              <a:t> - Versicolor</a:t>
            </a:r>
          </a:p>
          <a:p>
            <a:r>
              <a:rPr lang="en-IN" dirty="0"/>
              <a:t> - Virginica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r>
              <a:rPr lang="en-IN" dirty="0"/>
              <a:t> - Sepal length</a:t>
            </a:r>
          </a:p>
          <a:p>
            <a:r>
              <a:rPr lang="en-IN" dirty="0"/>
              <a:t> - Sepal width</a:t>
            </a:r>
          </a:p>
          <a:p>
            <a:r>
              <a:rPr lang="en-IN" dirty="0"/>
              <a:t> - Petal length</a:t>
            </a:r>
          </a:p>
          <a:p>
            <a:r>
              <a:rPr lang="en-IN" dirty="0"/>
              <a:t> - Petal width</a:t>
            </a:r>
          </a:p>
        </p:txBody>
      </p:sp>
    </p:spTree>
    <p:extLst>
      <p:ext uri="{BB962C8B-B14F-4D97-AF65-F5344CB8AC3E}">
        <p14:creationId xmlns:p14="http://schemas.microsoft.com/office/powerpoint/2010/main" val="15353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0DCBD-27AE-2449-DFF2-4F5AE1CE3C9A}"/>
              </a:ext>
            </a:extLst>
          </p:cNvPr>
          <p:cNvSpPr txBox="1"/>
          <p:nvPr/>
        </p:nvSpPr>
        <p:spPr>
          <a:xfrm>
            <a:off x="883920" y="922496"/>
            <a:ext cx="7833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Dataset load </a:t>
            </a:r>
            <a:r>
              <a:rPr lang="en-IN" dirty="0" err="1"/>
              <a:t>kiya</a:t>
            </a:r>
            <a:endParaRPr lang="en-IN" dirty="0"/>
          </a:p>
          <a:p>
            <a:r>
              <a:rPr lang="en-IN" dirty="0"/>
              <a:t>2. Data split </a:t>
            </a:r>
            <a:r>
              <a:rPr lang="en-IN" dirty="0" err="1"/>
              <a:t>kiya</a:t>
            </a:r>
            <a:r>
              <a:rPr lang="en-IN" dirty="0"/>
              <a:t> (80% train, 20% test)</a:t>
            </a:r>
          </a:p>
          <a:p>
            <a:r>
              <a:rPr lang="en-IN" dirty="0"/>
              <a:t>3. Logistic Regression model </a:t>
            </a:r>
            <a:r>
              <a:rPr lang="en-IN" dirty="0" err="1"/>
              <a:t>banaya</a:t>
            </a:r>
            <a:endParaRPr lang="en-IN" dirty="0"/>
          </a:p>
          <a:p>
            <a:r>
              <a:rPr lang="en-IN" dirty="0"/>
              <a:t>4. Model train </a:t>
            </a:r>
            <a:r>
              <a:rPr lang="en-IN" dirty="0" err="1"/>
              <a:t>kiya</a:t>
            </a:r>
            <a:endParaRPr lang="en-IN" dirty="0"/>
          </a:p>
          <a:p>
            <a:r>
              <a:rPr lang="en-IN" dirty="0"/>
              <a:t>5. Accuracy check ki</a:t>
            </a:r>
          </a:p>
        </p:txBody>
      </p:sp>
    </p:spTree>
    <p:extLst>
      <p:ext uri="{BB962C8B-B14F-4D97-AF65-F5344CB8AC3E}">
        <p14:creationId xmlns:p14="http://schemas.microsoft.com/office/powerpoint/2010/main" val="413908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604020-BF6C-0E37-2C9D-0642B3EE7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20" y="787078"/>
            <a:ext cx="8137003" cy="417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4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E49A1-70AE-9CC6-14FA-5F5279D10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557" y="303835"/>
            <a:ext cx="7674015" cy="625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1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Widescreen</PresentationFormat>
  <Paragraphs>30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Task 1:-Iris Flower Classification Name:-Bushra Akram Salmani Oasis Infobyte intership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bushrasalmani324@gmail.com</dc:creator>
  <cp:lastModifiedBy>bushrasalmani324@gmail.com</cp:lastModifiedBy>
  <cp:revision>1</cp:revision>
  <dcterms:created xsi:type="dcterms:W3CDTF">2025-11-28T06:27:25Z</dcterms:created>
  <dcterms:modified xsi:type="dcterms:W3CDTF">2025-11-28T06:27:25Z</dcterms:modified>
</cp:coreProperties>
</file>