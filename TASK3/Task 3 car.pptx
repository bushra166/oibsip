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F3BE7-4D9C-47B1-97C8-15374FE3C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7AA45B-0839-712D-EAFE-4CFE9B55C3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BF725-008A-53A6-FEB8-5D24CE208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91A9C-CB01-43EA-B863-60EBA20D19DC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53FA0-8510-3D40-A5F6-F7A20E639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59C84-C9B2-6D16-36A3-79D078673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31961-6FF1-41EB-A063-68941AA530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3755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84078-05B2-6EA2-6F14-26F3FA4F8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47020-0EE0-F47F-9EF7-0DD0C13A5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3BF7F-3F21-0041-7E05-AB3874C26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91A9C-CB01-43EA-B863-60EBA20D19DC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E148F-9404-4270-55A7-E978016E5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D969A-BAD0-F219-D689-F6EEE4B56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31961-6FF1-41EB-A063-68941AA530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6249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6DFF1-0387-244C-ECB5-2BB39FF90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4DD2D5-9431-6990-1A2A-5ED504389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CD18AA-87AF-7EC3-DD2F-DB3538A1B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91A9C-CB01-43EA-B863-60EBA20D19DC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3307C4-EE6C-4552-D134-28830DF77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83B3C-9A7F-F4DE-E0C1-44D114F7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31961-6FF1-41EB-A063-68941AA530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4907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200E0-AA18-155A-834C-D5921345F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CDCC4-E60F-A569-E085-87A5A51A7A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5FCB07-1A9B-2489-8653-511C49B26C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06E933-27BD-F9C3-30EA-C38F1A531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91A9C-CB01-43EA-B863-60EBA20D19DC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0E0405-13F3-7EB2-EA6A-D069B3286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5629B-BEAC-BA83-D36C-D24B42588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31961-6FF1-41EB-A063-68941AA530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044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A9478-2AB2-D367-9828-77826D5D3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882652-4B74-8D2B-8B35-8B9BFE140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354F33-AAD3-016F-4519-620C8A841B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86B4A5-4495-26B2-6E46-D2F1A7DA26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ECB1C0-E3A0-AF01-3A72-47A3EA816B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C96A57-B18D-BC09-C918-428F93090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91A9C-CB01-43EA-B863-60EBA20D19DC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2C6209-087B-9FAD-1121-46B8A6178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6B94FE-661F-2ADB-C433-D3FC25EE9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31961-6FF1-41EB-A063-68941AA530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1354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6EE3E-B439-918C-91F4-ED1FB8767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D66A8-695A-25F0-BA85-DB009A047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91A9C-CB01-43EA-B863-60EBA20D19DC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DA87E7-619A-5C7B-F401-03ED1B2C9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669BB0-72AD-D2AD-27BF-33AAD03DF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31961-6FF1-41EB-A063-68941AA530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433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CC1CA5-8031-14DE-15BC-DB07E95ED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91A9C-CB01-43EA-B863-60EBA20D19DC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3A64F0-379D-BB3E-C951-152E27143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7893A8-86C5-986A-FD0A-B0DACCCC4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31961-6FF1-41EB-A063-68941AA530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8788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05056-1A40-1708-D149-BF4D7B639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E55B6-64B6-842D-CA09-0EF11D7F9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6E5608-9450-0B7B-550D-304F95227A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F2C287-27B1-D015-C840-A783CD6F7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91A9C-CB01-43EA-B863-60EBA20D19DC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E17D4A-41F9-B42D-C275-E20327011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0A067C-5912-C8B3-4BCB-BFBD47761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31961-6FF1-41EB-A063-68941AA530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0824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066EB-5B9E-AFB8-BB22-C016A1843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F30A9A-E8CC-ED2B-5966-2AA70496DC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5F64F9-9F1D-F2F6-4A63-AA7E86DCDF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54AA4D-7CF7-1232-1283-9E8F5F377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91A9C-CB01-43EA-B863-60EBA20D19DC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085FA7-93A9-AD90-4654-4537F1F2E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4BFAAE-90AE-53CB-997B-630DBF115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31961-6FF1-41EB-A063-68941AA530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513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3E227-9E9E-7781-280D-0CFED5AA8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A13D10-5D64-5FEF-8CEF-A525F1D0C6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4196C6-89D9-6FA6-C118-9B280F6BB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91A9C-CB01-43EA-B863-60EBA20D19DC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C1F7B-3AB1-47F9-4E4A-429437A0E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C16A5D-5DB1-2148-836A-94EB31899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31961-6FF1-41EB-A063-68941AA530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0749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C20B8E-6409-3C50-6C0B-8525873F60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65D04B-45B4-385F-0A5C-A02B55FA00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56634-2EE4-56B7-5A52-6291914DA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91A9C-CB01-43EA-B863-60EBA20D19DC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1E3676-AFBA-5098-2980-8C80278D7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0160F3-5411-F47E-A7ED-EAF45F7DD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31961-6FF1-41EB-A063-68941AA530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901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328F48-545B-4B52-AAAC-366D7FA07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FC6B5F-55C5-6FC9-E774-18D71B247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7DB051-3432-3779-45BC-CA6AB9A24B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191A9C-CB01-43EA-B863-60EBA20D19DC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0CD9D-7768-7380-1026-D050808379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54BB6-27CC-56CA-C687-9D12E00C57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E31961-6FF1-41EB-A063-68941AA530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3518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0ED51-BCA3-9114-E895-D3018C99B8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Task:-3</a:t>
            </a:r>
            <a:r>
              <a:rPr lang="en-US" sz="2000" cap="all" dirty="0"/>
              <a:t>Car Price Prediction with Machine Learning</a:t>
            </a:r>
            <a:br>
              <a:rPr lang="en-US" sz="2000" dirty="0"/>
            </a:br>
            <a:r>
              <a:rPr lang="en-US" sz="2000" dirty="0"/>
              <a:t>Name:-Bushra Akram Salmani</a:t>
            </a:r>
            <a:br>
              <a:rPr lang="en-US" sz="2000" dirty="0"/>
            </a:br>
            <a:r>
              <a:rPr lang="en-US" sz="2000" dirty="0"/>
              <a:t>Oasis </a:t>
            </a:r>
            <a:r>
              <a:rPr lang="en-US" sz="2000" dirty="0" err="1"/>
              <a:t>Infobytes</a:t>
            </a:r>
            <a:r>
              <a:rPr lang="en-US" sz="2000" dirty="0"/>
              <a:t> Internship</a:t>
            </a:r>
            <a:endParaRPr lang="en-IN" sz="2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81E26D-1892-B73B-F777-4E5C57CA39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5065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225C56B-C6D0-F049-FC7E-944C9E952326}"/>
              </a:ext>
            </a:extLst>
          </p:cNvPr>
          <p:cNvSpPr txBox="1"/>
          <p:nvPr/>
        </p:nvSpPr>
        <p:spPr>
          <a:xfrm>
            <a:off x="363794" y="145392"/>
            <a:ext cx="719721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Problem Statement:-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The price of a car depends on many factors such as the brand, model year, mileage, horsepower, etc.</a:t>
            </a:r>
            <a:br>
              <a:rPr lang="en-US" b="1" dirty="0"/>
            </a:br>
            <a:r>
              <a:rPr lang="en-US" b="1" dirty="0"/>
              <a:t>The goal of this project is to build a Machine Learning model that can predict the price of a car using these features.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304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74AD88-B7AB-6925-EE40-97F85DEECC62}"/>
              </a:ext>
            </a:extLst>
          </p:cNvPr>
          <p:cNvSpPr txBox="1"/>
          <p:nvPr/>
        </p:nvSpPr>
        <p:spPr>
          <a:xfrm>
            <a:off x="108155" y="0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Dataset Description</a:t>
            </a:r>
          </a:p>
          <a:p>
            <a:pPr>
              <a:buNone/>
            </a:pPr>
            <a:r>
              <a:rPr lang="en-US" b="1" dirty="0"/>
              <a:t>Dataset Columns: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Brand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Model_Year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Mileage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Engine_HP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Price (Target)</a:t>
            </a:r>
          </a:p>
          <a:p>
            <a:pPr>
              <a:buNone/>
            </a:pPr>
            <a:r>
              <a:rPr lang="en-US" b="1" dirty="0"/>
              <a:t>Total Rows:</a:t>
            </a:r>
            <a:r>
              <a:rPr lang="en-US" dirty="0"/>
              <a:t> 10</a:t>
            </a:r>
            <a:br>
              <a:rPr lang="en-US" dirty="0"/>
            </a:br>
            <a:r>
              <a:rPr lang="en-US" b="1" dirty="0"/>
              <a:t>All values clean (no missing values)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460CF9-A6A2-691A-63A6-4B76668731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735" y="3351248"/>
            <a:ext cx="6017342" cy="2833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735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579F46-DD91-E5AC-6C57-A3686AE9D654}"/>
              </a:ext>
            </a:extLst>
          </p:cNvPr>
          <p:cNvSpPr txBox="1"/>
          <p:nvPr/>
        </p:nvSpPr>
        <p:spPr>
          <a:xfrm>
            <a:off x="206477" y="0"/>
            <a:ext cx="73152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Data Preprocessing</a:t>
            </a:r>
          </a:p>
          <a:p>
            <a:pPr>
              <a:buNone/>
            </a:pPr>
            <a:r>
              <a:rPr lang="en-US" dirty="0"/>
              <a:t>What we did before training the model: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Converted </a:t>
            </a:r>
            <a:r>
              <a:rPr lang="en-US" b="1" dirty="0"/>
              <a:t>Brand names → numbers (Label Encoding)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Selected features (X): </a:t>
            </a:r>
            <a:r>
              <a:rPr lang="en-US" dirty="0" err="1"/>
              <a:t>Model_Year</a:t>
            </a:r>
            <a:r>
              <a:rPr lang="en-US" dirty="0"/>
              <a:t>, Mileage, </a:t>
            </a:r>
            <a:r>
              <a:rPr lang="en-US" dirty="0" err="1"/>
              <a:t>Engine_HP</a:t>
            </a:r>
            <a:r>
              <a:rPr lang="en-US" dirty="0"/>
              <a:t>, Brand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Selected target (y): Price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Split dataset into Train &amp; Test (80–20)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F5111C-1E7B-DD05-AA75-CAE7A7ED8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7394" y="2564054"/>
            <a:ext cx="6312309" cy="2912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028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BB15D7-47AD-72F3-1CE2-DE454874129A}"/>
              </a:ext>
            </a:extLst>
          </p:cNvPr>
          <p:cNvSpPr txBox="1"/>
          <p:nvPr/>
        </p:nvSpPr>
        <p:spPr>
          <a:xfrm>
            <a:off x="314633" y="0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Model Used – Linear Regression</a:t>
            </a:r>
          </a:p>
          <a:p>
            <a:pPr>
              <a:buNone/>
            </a:pPr>
            <a:r>
              <a:rPr lang="en-US" dirty="0"/>
              <a:t>We used </a:t>
            </a:r>
            <a:r>
              <a:rPr lang="en-US" b="1" dirty="0"/>
              <a:t>Linear Regression</a:t>
            </a:r>
            <a:r>
              <a:rPr lang="en-US" dirty="0"/>
              <a:t> model because: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works best for numerical prediction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Easy to understand and interpret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Gives high accuracy for this dataset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3E028E-CC96-BF84-D619-9FE1E272A139}"/>
              </a:ext>
            </a:extLst>
          </p:cNvPr>
          <p:cNvSpPr txBox="1"/>
          <p:nvPr/>
        </p:nvSpPr>
        <p:spPr>
          <a:xfrm>
            <a:off x="393290" y="1794837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from </a:t>
            </a:r>
            <a:r>
              <a:rPr lang="en-IN" dirty="0" err="1"/>
              <a:t>sklearn.linear_model</a:t>
            </a:r>
            <a:r>
              <a:rPr lang="en-IN" dirty="0"/>
              <a:t> import </a:t>
            </a:r>
            <a:r>
              <a:rPr lang="en-IN" dirty="0" err="1"/>
              <a:t>LinearRegression</a:t>
            </a:r>
            <a:endParaRPr lang="en-IN" dirty="0"/>
          </a:p>
          <a:p>
            <a:r>
              <a:rPr lang="en-IN" dirty="0"/>
              <a:t>model = </a:t>
            </a:r>
            <a:r>
              <a:rPr lang="en-IN" dirty="0" err="1"/>
              <a:t>LinearRegression</a:t>
            </a:r>
            <a:r>
              <a:rPr lang="en-IN" dirty="0"/>
              <a:t>()</a:t>
            </a:r>
          </a:p>
          <a:p>
            <a:r>
              <a:rPr lang="en-IN" dirty="0" err="1"/>
              <a:t>model.fit</a:t>
            </a:r>
            <a:r>
              <a:rPr lang="en-IN" dirty="0"/>
              <a:t>(</a:t>
            </a:r>
            <a:r>
              <a:rPr lang="en-IN" dirty="0" err="1"/>
              <a:t>X_train</a:t>
            </a:r>
            <a:r>
              <a:rPr lang="en-IN" dirty="0"/>
              <a:t>, </a:t>
            </a:r>
            <a:r>
              <a:rPr lang="en-IN" dirty="0" err="1"/>
              <a:t>y_train</a:t>
            </a:r>
            <a:r>
              <a:rPr lang="en-IN" dirty="0"/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A742F4-4E56-15F0-FE47-EAD63815F334}"/>
              </a:ext>
            </a:extLst>
          </p:cNvPr>
          <p:cNvSpPr txBox="1"/>
          <p:nvPr/>
        </p:nvSpPr>
        <p:spPr>
          <a:xfrm>
            <a:off x="108155" y="147732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Code: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92CF4D0-8D3D-0180-A59F-66952B1C0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4142" y="3150845"/>
            <a:ext cx="3839216" cy="1391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459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8D1C9C-63D0-91CA-B94B-9E5FFF86CEF5}"/>
              </a:ext>
            </a:extLst>
          </p:cNvPr>
          <p:cNvSpPr txBox="1"/>
          <p:nvPr/>
        </p:nvSpPr>
        <p:spPr>
          <a:xfrm>
            <a:off x="334296" y="88942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Model Accuracy</a:t>
            </a:r>
          </a:p>
          <a:p>
            <a:pPr>
              <a:buNone/>
            </a:pPr>
            <a:r>
              <a:rPr lang="en-US" dirty="0"/>
              <a:t>We evaluated the model using </a:t>
            </a:r>
            <a:r>
              <a:rPr lang="en-US" b="1" dirty="0"/>
              <a:t>R² Score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b="1" dirty="0"/>
              <a:t>R² Score = 0.95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8FB8DF-9A48-8216-ABE2-25FE13E51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6052" y="1779639"/>
            <a:ext cx="6096000" cy="2259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363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E57B6F-FE56-1A16-7A6F-E5C0261F3F49}"/>
              </a:ext>
            </a:extLst>
          </p:cNvPr>
          <p:cNvSpPr txBox="1"/>
          <p:nvPr/>
        </p:nvSpPr>
        <p:spPr>
          <a:xfrm>
            <a:off x="196645" y="0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Prediction Example (Final Output)</a:t>
            </a:r>
          </a:p>
          <a:p>
            <a:pPr>
              <a:buNone/>
            </a:pPr>
            <a:r>
              <a:rPr lang="en-US" dirty="0"/>
              <a:t>Input values:</a:t>
            </a:r>
            <a:br>
              <a:rPr lang="en-US" dirty="0"/>
            </a:br>
            <a:r>
              <a:rPr lang="en-US" dirty="0" err="1"/>
              <a:t>Model_Year</a:t>
            </a:r>
            <a:r>
              <a:rPr lang="en-US" dirty="0"/>
              <a:t> = 2018</a:t>
            </a:r>
            <a:br>
              <a:rPr lang="en-US" dirty="0"/>
            </a:br>
            <a:r>
              <a:rPr lang="en-US" dirty="0"/>
              <a:t>Mileage = 22</a:t>
            </a:r>
            <a:br>
              <a:rPr lang="en-US" dirty="0"/>
            </a:br>
            <a:r>
              <a:rPr lang="en-US" dirty="0" err="1"/>
              <a:t>Engine_HP</a:t>
            </a:r>
            <a:r>
              <a:rPr lang="en-US" dirty="0"/>
              <a:t> = 130</a:t>
            </a:r>
            <a:br>
              <a:rPr lang="en-US" dirty="0"/>
            </a:br>
            <a:r>
              <a:rPr lang="en-US" dirty="0"/>
              <a:t>Brand = 2 (Honda, Toyota, </a:t>
            </a:r>
            <a:r>
              <a:rPr lang="en-US" dirty="0" err="1"/>
              <a:t>etc</a:t>
            </a:r>
            <a:r>
              <a:rPr lang="en-US" dirty="0"/>
              <a:t> based on your encoding)</a:t>
            </a:r>
          </a:p>
          <a:p>
            <a:pPr>
              <a:buNone/>
            </a:pPr>
            <a:r>
              <a:rPr lang="en-US" dirty="0"/>
              <a:t>Output:</a:t>
            </a:r>
            <a:br>
              <a:rPr lang="en-US" dirty="0"/>
            </a:br>
            <a:r>
              <a:rPr lang="en-US" b="1" dirty="0"/>
              <a:t>Predicted Price: ₹ 8,47,704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A3E548-E37B-9281-8712-A321C9CE7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02575"/>
            <a:ext cx="12192000" cy="1946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621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A7BF92-21A9-4836-705C-200592054201}"/>
              </a:ext>
            </a:extLst>
          </p:cNvPr>
          <p:cNvSpPr txBox="1"/>
          <p:nvPr/>
        </p:nvSpPr>
        <p:spPr>
          <a:xfrm>
            <a:off x="265471" y="0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Conclusion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Linear Regression model performed very well with </a:t>
            </a:r>
            <a:r>
              <a:rPr lang="en-US" b="1" dirty="0"/>
              <a:t>95% accuracy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Car prices depend mainly on brand, year, mileage, and horsepower</a:t>
            </a:r>
          </a:p>
        </p:txBody>
      </p:sp>
    </p:spTree>
    <p:extLst>
      <p:ext uri="{BB962C8B-B14F-4D97-AF65-F5344CB8AC3E}">
        <p14:creationId xmlns:p14="http://schemas.microsoft.com/office/powerpoint/2010/main" val="3079937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291</Words>
  <Application>Microsoft Office PowerPoint</Application>
  <PresentationFormat>Widescreen</PresentationFormat>
  <Paragraphs>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Task:-3Car Price Prediction with Machine Learning Name:-Bushra Akram Salmani Oasis Infobytes Internship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bushrasalmani324@gmail.com</dc:creator>
  <cp:lastModifiedBy>bushrasalmani324@gmail.com</cp:lastModifiedBy>
  <cp:revision>1</cp:revision>
  <dcterms:created xsi:type="dcterms:W3CDTF">2025-11-29T13:10:05Z</dcterms:created>
  <dcterms:modified xsi:type="dcterms:W3CDTF">2025-11-29T13:10:05Z</dcterms:modified>
</cp:coreProperties>
</file>