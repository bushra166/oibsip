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B563A-969D-3E7F-5E97-226F41C40C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A5103C-3A0B-392F-7D3B-73AEA738D1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F6671-0E1D-3A14-74B7-56A738441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A619D-D0D4-4EB7-9660-4FC45902AD7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508CC-9B83-3B7F-CCF1-D7B62E553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68750-8EEB-6799-62FA-2B7A2B229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D1BA-B06F-419A-A48E-5D7C2059B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862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7E42F-8DD1-5B53-D9A1-6D0DF90A7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2D775-A918-47B1-995B-6113E4715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EB70D-D7A0-5757-B037-8470CBA83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A619D-D0D4-4EB7-9660-4FC45902AD7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D0923-53BB-E2E4-49AD-63C25A024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EA73D-D4B3-86FD-1FBF-BFF51E797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D1BA-B06F-419A-A48E-5D7C2059B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584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9281B-8AA1-1FB1-95C1-3AB36D31D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275DC-5528-ABC2-C77B-2777A11FC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958F4-C6E9-E1D7-882C-B3F228995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A619D-D0D4-4EB7-9660-4FC45902AD7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11B36-DA03-F69A-6826-C7E6729A5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FA905-93C6-278C-9218-B7AABDC07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D1BA-B06F-419A-A48E-5D7C2059B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1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C82F4-B496-91BA-4610-5260BC243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53C0A-8BC1-0919-5E2F-9667DC6D2F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BFF0B-544B-8D6C-73F1-1FF96D7EC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6D92F1-EA52-59A2-8DAE-FE69CA7FA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A619D-D0D4-4EB7-9660-4FC45902AD7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3B35A-CF37-B31C-CE61-766202F46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29CF2-E751-B3CA-B177-512DADDCE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D1BA-B06F-419A-A48E-5D7C2059B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988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AD0C1-8C70-D791-2507-4E7AB5623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33038-C24A-845D-C234-BC0537C41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85C7EE-1122-6DD6-3A8D-ECD4610EB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A69F55-1248-85CD-4B11-3A1D7F6F7E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B3642C-5B42-A194-FE31-CDD4530672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F82844-49B1-25A5-C5D1-393798A19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A619D-D0D4-4EB7-9660-4FC45902AD7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2430D7-4427-599D-42FA-8AC306037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EA9824-7BFB-7962-7F16-7C25DA613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D1BA-B06F-419A-A48E-5D7C2059B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627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85B94-6A3E-7683-2D67-5DDB5A12C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C5E8F6-6588-ACFA-596A-B01DD774B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A619D-D0D4-4EB7-9660-4FC45902AD7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D9FACA-C944-31E7-8B85-A4F9B3980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EE5700-AF79-8617-D9B2-6A878A484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D1BA-B06F-419A-A48E-5D7C2059B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745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45816A-357B-1D97-EA94-4985E0DD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A619D-D0D4-4EB7-9660-4FC45902AD7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058B85-55EC-0DF7-FC2F-4CF2B2D73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E1132-B137-BB3A-4CE7-BEF459D7C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D1BA-B06F-419A-A48E-5D7C2059B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070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78AA7-8F2A-24F3-C62E-805AA184F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DD8E6-BA35-D534-7ADA-7E2B501AA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2A2473-8F87-DB0D-0F93-097290C400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A6DEC-7CAD-D18D-9B12-E3AE42992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A619D-D0D4-4EB7-9660-4FC45902AD7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1A97BD-166D-D78B-DBE6-2663DC2FC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6B7D3-AC8E-F061-D157-F22CD043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D1BA-B06F-419A-A48E-5D7C2059B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85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DA188-DA29-3E99-6F91-A5B7D38AE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31EF18-6E78-ED7A-662D-256F03AED0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7DC976-A8F4-3B85-7C4D-B1E331523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EB5FC-22CE-7988-4FAE-BA1E62E0B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A619D-D0D4-4EB7-9660-4FC45902AD7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3325BF-2E43-E668-A9F8-4857EF80D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62BC1C-45F1-49DE-2A4B-C146135F3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D1BA-B06F-419A-A48E-5D7C2059B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042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9DF4D-0BA5-1287-F81A-54F472130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BB8E1A-A5CA-67D7-9025-985DEB9A4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BF228-290A-6476-F7CB-AAB00E703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A619D-D0D4-4EB7-9660-4FC45902AD7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C2BAC-A77E-89F1-4CF3-5C5B54632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55F2D-F1FF-CFC1-903E-8099310A1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D1BA-B06F-419A-A48E-5D7C2059B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220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3D4C6E-5B10-05CA-1ED7-5679186FDE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AB65B3-DBBF-86C7-B930-0352EC749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70672-65B7-79C9-9BCD-2A7A37FAD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A619D-D0D4-4EB7-9660-4FC45902AD7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46F1E-F57C-70DA-8567-C5F978C56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A2F5C-1205-7078-FB0D-08644DD8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D1BA-B06F-419A-A48E-5D7C2059B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661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5D94BA-47E3-1CE9-8123-AD9295263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5D0D6-E976-B7A4-628A-B106F91D7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8926F-4A16-DAB6-DE6D-881A0AB728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FA619D-D0D4-4EB7-9660-4FC45902AD7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CC916-6D8F-E70C-B56C-B8D0A1DDC8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5D051-55A5-D7B0-6FA5-B11F8784D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A4D1BA-B06F-419A-A48E-5D7C2059B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558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29E25-7282-42A2-B4D9-D567B4ADD8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Task 1:-</a:t>
            </a:r>
            <a:r>
              <a:rPr lang="en-IN" sz="2200" cap="all" dirty="0"/>
              <a:t>Sales Prediction using Python</a:t>
            </a:r>
            <a:br>
              <a:rPr lang="en-IN" cap="all" dirty="0"/>
            </a:br>
            <a:r>
              <a:rPr lang="en-US" sz="2000" dirty="0"/>
              <a:t>Name:-Bushra Akram Salmani</a:t>
            </a:r>
            <a:br>
              <a:rPr lang="en-US" sz="2000" dirty="0"/>
            </a:br>
            <a:r>
              <a:rPr lang="en-US" sz="2000" dirty="0"/>
              <a:t>Oasis </a:t>
            </a:r>
            <a:r>
              <a:rPr lang="en-US" sz="2000" dirty="0" err="1"/>
              <a:t>Infobyte</a:t>
            </a:r>
            <a:r>
              <a:rPr lang="en-US" sz="2000" dirty="0"/>
              <a:t> </a:t>
            </a:r>
            <a:r>
              <a:rPr lang="en-US" sz="2000" dirty="0" err="1"/>
              <a:t>intership</a:t>
            </a:r>
            <a:endParaRPr lang="en-IN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427A30-2437-984F-3BED-C8401F872B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51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60D1F7-F65B-E997-FCD4-D0C475BB28A4}"/>
              </a:ext>
            </a:extLst>
          </p:cNvPr>
          <p:cNvSpPr txBox="1"/>
          <p:nvPr/>
        </p:nvSpPr>
        <p:spPr>
          <a:xfrm>
            <a:off x="235974" y="233034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Content:</a:t>
            </a:r>
            <a:br>
              <a:rPr lang="en-US" dirty="0"/>
            </a:br>
            <a:r>
              <a:rPr lang="en-US" dirty="0"/>
              <a:t>Short explanation of sales prediction: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“Predicting how much of a product people will buy based on advertising spend, target segment, and platform. Businesses use this to plan marketing strategies and forecast revenue.”</a:t>
            </a:r>
          </a:p>
        </p:txBody>
      </p:sp>
    </p:spTree>
    <p:extLst>
      <p:ext uri="{BB962C8B-B14F-4D97-AF65-F5344CB8AC3E}">
        <p14:creationId xmlns:p14="http://schemas.microsoft.com/office/powerpoint/2010/main" val="3880043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C23D3A-1E40-CFA4-7A3C-66562D0A92E1}"/>
              </a:ext>
            </a:extLst>
          </p:cNvPr>
          <p:cNvSpPr txBox="1"/>
          <p:nvPr/>
        </p:nvSpPr>
        <p:spPr>
          <a:xfrm>
            <a:off x="304800" y="3757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Dataset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5C6562-F7F4-1729-345A-14C130B55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148" y="1386349"/>
            <a:ext cx="6222379" cy="336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807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7BD27C-4FD8-4A49-2477-F68BEF11E8E5}"/>
              </a:ext>
            </a:extLst>
          </p:cNvPr>
          <p:cNvSpPr txBox="1"/>
          <p:nvPr/>
        </p:nvSpPr>
        <p:spPr>
          <a:xfrm>
            <a:off x="373626" y="2872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Data Cleaning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9CE527-633D-83F9-B0E4-14948A125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097" y="2005781"/>
            <a:ext cx="5925705" cy="195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069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4BCC64-E568-DF22-BE43-8465BB2E44EE}"/>
              </a:ext>
            </a:extLst>
          </p:cNvPr>
          <p:cNvSpPr txBox="1"/>
          <p:nvPr/>
        </p:nvSpPr>
        <p:spPr>
          <a:xfrm>
            <a:off x="353961" y="2381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Exploratory Data Analysis (EDA)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1184DE-B234-F0B1-B4A1-FDC84284E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84" y="723503"/>
            <a:ext cx="5121084" cy="6325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A0249D-1B58-5C6B-F0FB-EAAA134AD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56018"/>
            <a:ext cx="12034684" cy="3206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DB8B81-0220-B36E-8B33-B9AF5BADD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239" y="4562168"/>
            <a:ext cx="11007221" cy="229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297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E05893-C953-B9A8-620D-23E3C16A2309}"/>
              </a:ext>
            </a:extLst>
          </p:cNvPr>
          <p:cNvSpPr txBox="1"/>
          <p:nvPr/>
        </p:nvSpPr>
        <p:spPr>
          <a:xfrm>
            <a:off x="235974" y="2872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Model Training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DE3412-6A61-FEB9-D71C-FF6B2CF66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74" y="1180051"/>
            <a:ext cx="4420571" cy="150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003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054A2E-FDFD-FC99-1645-4524553D224E}"/>
              </a:ext>
            </a:extLst>
          </p:cNvPr>
          <p:cNvSpPr txBox="1"/>
          <p:nvPr/>
        </p:nvSpPr>
        <p:spPr>
          <a:xfrm>
            <a:off x="452284" y="4740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C08698-FB0B-0E5C-3394-D76CC4B0C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4" y="946502"/>
            <a:ext cx="6484545" cy="19245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7BC812-7FC2-0ED2-118F-03635F627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74" y="3085018"/>
            <a:ext cx="6096528" cy="377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560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7E0006-2989-2596-760C-BBDF8FC17A68}"/>
              </a:ext>
            </a:extLst>
          </p:cNvPr>
          <p:cNvSpPr txBox="1"/>
          <p:nvPr/>
        </p:nvSpPr>
        <p:spPr>
          <a:xfrm>
            <a:off x="275303" y="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Content:</a:t>
            </a:r>
            <a:br>
              <a:rPr lang="en-US" dirty="0"/>
            </a:br>
            <a:r>
              <a:rPr lang="en-US" i="1" dirty="0"/>
              <a:t>ML helps predict future sales and optimize marketing spend.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486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</Words>
  <Application>Microsoft Office PowerPoint</Application>
  <PresentationFormat>Widescreen</PresentationFormat>
  <Paragraphs>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Task 1:-Sales Prediction using Python Name:-Bushra Akram Salmani Oasis Infobyte intership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bushrasalmani324@gmail.com</dc:creator>
  <cp:lastModifiedBy>bushrasalmani324@gmail.com</cp:lastModifiedBy>
  <cp:revision>1</cp:revision>
  <dcterms:created xsi:type="dcterms:W3CDTF">2025-11-30T07:04:40Z</dcterms:created>
  <dcterms:modified xsi:type="dcterms:W3CDTF">2025-11-30T07:04:40Z</dcterms:modified>
</cp:coreProperties>
</file>